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 Korkae" userId="78c37da3ce43f0f0" providerId="LiveId" clId="{2A008EB9-1CE5-4C77-B418-391229B33543}"/>
    <pc:docChg chg="undo custSel addSld modSld">
      <pc:chgData name="Amin Korkae" userId="78c37da3ce43f0f0" providerId="LiveId" clId="{2A008EB9-1CE5-4C77-B418-391229B33543}" dt="2026-04-12T11:29:12.827" v="52" actId="1076"/>
      <pc:docMkLst>
        <pc:docMk/>
      </pc:docMkLst>
      <pc:sldChg chg="addSp delSp modSp new mod">
        <pc:chgData name="Amin Korkae" userId="78c37da3ce43f0f0" providerId="LiveId" clId="{2A008EB9-1CE5-4C77-B418-391229B33543}" dt="2026-04-12T11:29:12.827" v="52" actId="1076"/>
        <pc:sldMkLst>
          <pc:docMk/>
          <pc:sldMk cId="92231974" sldId="256"/>
        </pc:sldMkLst>
        <pc:spChg chg="del">
          <ac:chgData name="Amin Korkae" userId="78c37da3ce43f0f0" providerId="LiveId" clId="{2A008EB9-1CE5-4C77-B418-391229B33543}" dt="2026-04-12T11:22:14.422" v="2" actId="478"/>
          <ac:spMkLst>
            <pc:docMk/>
            <pc:sldMk cId="92231974" sldId="256"/>
            <ac:spMk id="2" creationId="{C44BEAC0-FB43-D86D-0B9C-1CF3EBB3AC39}"/>
          </ac:spMkLst>
        </pc:spChg>
        <pc:spChg chg="del">
          <ac:chgData name="Amin Korkae" userId="78c37da3ce43f0f0" providerId="LiveId" clId="{2A008EB9-1CE5-4C77-B418-391229B33543}" dt="2026-04-12T11:22:13.489" v="1" actId="478"/>
          <ac:spMkLst>
            <pc:docMk/>
            <pc:sldMk cId="92231974" sldId="256"/>
            <ac:spMk id="3" creationId="{EFEC0629-0150-CCC6-269C-C6F002B5DDE4}"/>
          </ac:spMkLst>
        </pc:spChg>
        <pc:picChg chg="add mod">
          <ac:chgData name="Amin Korkae" userId="78c37da3ce43f0f0" providerId="LiveId" clId="{2A008EB9-1CE5-4C77-B418-391229B33543}" dt="2026-04-12T11:26:50.689" v="34" actId="1076"/>
          <ac:picMkLst>
            <pc:docMk/>
            <pc:sldMk cId="92231974" sldId="256"/>
            <ac:picMk id="5" creationId="{825850EA-4E39-B9AD-9448-BEF12B198892}"/>
          </ac:picMkLst>
        </pc:picChg>
        <pc:picChg chg="add mod">
          <ac:chgData name="Amin Korkae" userId="78c37da3ce43f0f0" providerId="LiveId" clId="{2A008EB9-1CE5-4C77-B418-391229B33543}" dt="2026-04-12T11:27:12.130" v="36" actId="1076"/>
          <ac:picMkLst>
            <pc:docMk/>
            <pc:sldMk cId="92231974" sldId="256"/>
            <ac:picMk id="7" creationId="{3C99145C-FE71-8535-3464-743CDED54BF0}"/>
          </ac:picMkLst>
        </pc:picChg>
        <pc:picChg chg="add mod">
          <ac:chgData name="Amin Korkae" userId="78c37da3ce43f0f0" providerId="LiveId" clId="{2A008EB9-1CE5-4C77-B418-391229B33543}" dt="2026-04-12T11:26:59.171" v="35" actId="1076"/>
          <ac:picMkLst>
            <pc:docMk/>
            <pc:sldMk cId="92231974" sldId="256"/>
            <ac:picMk id="9" creationId="{3D3363A1-15F9-70E6-54E6-DE306EC62A7F}"/>
          </ac:picMkLst>
        </pc:picChg>
        <pc:picChg chg="add mod">
          <ac:chgData name="Amin Korkae" userId="78c37da3ce43f0f0" providerId="LiveId" clId="{2A008EB9-1CE5-4C77-B418-391229B33543}" dt="2026-04-12T11:27:26.429" v="37" actId="1076"/>
          <ac:picMkLst>
            <pc:docMk/>
            <pc:sldMk cId="92231974" sldId="256"/>
            <ac:picMk id="11" creationId="{1996B283-EE47-844F-68D1-E64C5AA4F284}"/>
          </ac:picMkLst>
        </pc:picChg>
        <pc:picChg chg="add mod modCrop">
          <ac:chgData name="Amin Korkae" userId="78c37da3ce43f0f0" providerId="LiveId" clId="{2A008EB9-1CE5-4C77-B418-391229B33543}" dt="2026-04-12T11:28:14.636" v="42" actId="1076"/>
          <ac:picMkLst>
            <pc:docMk/>
            <pc:sldMk cId="92231974" sldId="256"/>
            <ac:picMk id="13" creationId="{45FAA056-C930-A645-9ED7-265A7B719207}"/>
          </ac:picMkLst>
        </pc:picChg>
        <pc:picChg chg="add mod modCrop">
          <ac:chgData name="Amin Korkae" userId="78c37da3ce43f0f0" providerId="LiveId" clId="{2A008EB9-1CE5-4C77-B418-391229B33543}" dt="2026-04-12T11:29:12.827" v="52" actId="1076"/>
          <ac:picMkLst>
            <pc:docMk/>
            <pc:sldMk cId="92231974" sldId="256"/>
            <ac:picMk id="15" creationId="{630D541F-4870-A588-900D-43261761E9F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E5EF95-9919-AE08-4B34-3B0FA36F6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B1BCC9-AACB-A965-7588-14ABA11C0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875E24-6315-9203-CA53-C5C967B1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041EEF-452F-3AC3-189F-5BE203E76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6BF99A-FF34-17B3-FC76-F9FDCAF0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756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5E93A8-AB54-5873-8490-A67EED9B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78076C-59E0-AABC-9AB5-649A78403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4CC476-7B37-26D2-2A8D-50CC7D2D6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70BA57-6C3A-1DBD-22B9-35A628384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0C70D6-8672-AAD9-C9F1-3CF476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3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26C96B-7CA6-4E4D-6A16-5E1264D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45AF4D-AF2F-2B55-51C9-2C856C216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8FFCF9-862F-E2A2-2ECB-B5724B82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14C58B-B19C-152B-C1F9-5CA361A0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CF4BFB-BBB6-1183-14B9-EF7D5700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9040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2F50BF-3525-EEC3-239D-F161DE683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B5ED05-38A9-1DE7-6F8C-FA3E27CBF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65DDF5-0CB5-8A4A-0714-C5367238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140753-A6D2-6FF4-A274-BEAD7DEF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A1CCD-3397-A673-1587-E91B17072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319ED8-F97E-760A-3BC0-0B184334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63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E0CAF8-CC09-BC7E-2E5F-C8F11D6D5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7E68D6-42B9-4A66-5C40-14225813D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1A5CB0-FDBE-BB4A-584C-77C18B989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286BD33-E698-E6E6-AA14-7455CD11F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24628FB-8B00-8690-7BDE-FBE82BE30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2B636BD-7C30-8186-212C-1CDA7EBB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0E6E6E-0030-3FD5-4C92-0C570091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772E9A-74CD-E4D0-CC7D-2D4D9919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67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39B5F-A4C7-2173-7A05-2E946D48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127F85-8AB2-D355-F2F2-91D840245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7A34B3-82F8-10AA-34CB-85F8ED4D8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FEF196-A3D7-57AE-C643-53874E4D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0295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4A6F53F-C8F5-7CC7-F19C-37553BF8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56CA4B4-E0C8-890D-E89E-C76DBCFE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70177B-ED50-C7A6-C583-B7CC00A4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45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7E25C-B18F-CB88-3A51-3EBD127D2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13BF48-A3BA-402B-D98E-F99D13394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254399-BC51-1427-48F8-5516C0135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CD267C-0764-C977-E07C-FFDD428E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79BCCF-CEB5-E5BE-8A68-C5CB3CAE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9C0A48-07B6-69B2-BA7D-6050301A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639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10B8F-9B98-D73A-168A-B0EE98A0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253DE81-D827-D279-7228-19AA33850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3D28BA-4A51-1055-2B28-44849DF1B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4B9413-6CBF-8150-6AFC-EA5FEB61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E4BA4E-6C4F-0A31-C844-0BFB2AA48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6D5F62-BAF5-9C82-6696-10877D3E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202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FAE94-F302-71B2-AB9D-CD3A4DD3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F4951C-575D-A11E-E787-E7E4FBF20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A3C089-0833-E574-B564-934A0350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240E3B-C9C6-B729-5815-065A1F159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55450B-D0F8-0150-7168-B873AA73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9131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011B0EE-E22A-E631-8717-2C83738A9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2EC07F8-5416-3984-4AEF-35D23B504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78411C-CA43-5A2F-1556-9C04EE3E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00FAAC-4F59-02CD-E60F-A2B8B1662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760BC6-0649-243E-BF5E-131289A3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98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5E287EA-5463-2679-0B88-7871C4D97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036D17-B4E9-BD7C-E6CB-8176724C8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366529-A9FB-7760-46E6-80138BA5CC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44BED-0944-4F74-BD82-6F85B7476F96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C6D5B7-619F-327A-F24E-5B2BFF665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B7DFB5-2A31-49DC-6949-938D71FCC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0C81B-7564-43D4-9141-6B384BB4B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477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25850EA-4E39-B9AD-9448-BEF12B198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004" y="2888667"/>
            <a:ext cx="1080665" cy="108066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C99145C-FE71-8535-3464-743CDED54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43" y="2888666"/>
            <a:ext cx="1540078" cy="108066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D3363A1-15F9-70E6-54E6-DE306EC62A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9236" y="3267891"/>
            <a:ext cx="1405340" cy="3873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996B283-EE47-844F-68D1-E64C5AA4F2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143" y="2888666"/>
            <a:ext cx="1746529" cy="108066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5FAA056-C930-A645-9ED7-265A7B7192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5" r="23246"/>
          <a:stretch>
            <a:fillRect/>
          </a:stretch>
        </p:blipFill>
        <p:spPr>
          <a:xfrm>
            <a:off x="7558239" y="2991145"/>
            <a:ext cx="1748511" cy="113193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30D541F-4870-A588-900D-43261761E9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624"/>
          <a:stretch>
            <a:fillRect/>
          </a:stretch>
        </p:blipFill>
        <p:spPr>
          <a:xfrm>
            <a:off x="9545317" y="3333612"/>
            <a:ext cx="1405340" cy="44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1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 Korkae</dc:creator>
  <cp:lastModifiedBy>Amin Korkae</cp:lastModifiedBy>
  <cp:revision>1</cp:revision>
  <dcterms:created xsi:type="dcterms:W3CDTF">2026-04-12T11:22:07Z</dcterms:created>
  <dcterms:modified xsi:type="dcterms:W3CDTF">2026-04-12T11:29:16Z</dcterms:modified>
</cp:coreProperties>
</file>